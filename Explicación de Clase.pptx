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61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498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16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79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9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24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2004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14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80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942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925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503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126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297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554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61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894E404-B065-4DC9-8CEE-6E77BFFE0592}" type="datetimeFigureOut">
              <a:rPr lang="es-CO" smtClean="0"/>
              <a:t>24/02/2025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84C38F9-FE72-4676-9562-1C615885C0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317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5AFE3-F8D0-77BB-D930-3F315005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9526" y="1456539"/>
            <a:ext cx="5998129" cy="1222695"/>
          </a:xfrm>
        </p:spPr>
        <p:txBody>
          <a:bodyPr/>
          <a:lstStyle/>
          <a:p>
            <a:r>
              <a:rPr lang="es-MX" dirty="0"/>
              <a:t>Explicación de Clase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B584C3-D506-311D-1556-B72E23642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043" y="3917658"/>
            <a:ext cx="4591574" cy="88084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Paso a paso de la creación del repositorio de Git</a:t>
            </a:r>
          </a:p>
          <a:p>
            <a:pPr algn="l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Duvier Olmos Cometa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57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091FE0-6A5A-6D20-93BD-AFAFF2C45137}"/>
              </a:ext>
            </a:extLst>
          </p:cNvPr>
          <p:cNvSpPr txBox="1"/>
          <p:nvPr/>
        </p:nvSpPr>
        <p:spPr>
          <a:xfrm>
            <a:off x="847288" y="897622"/>
            <a:ext cx="309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MX" dirty="0"/>
              <a:t>Crear carpeta en el escritorio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E7DFE1F-8027-B313-F435-90B6946E3EE7}"/>
              </a:ext>
            </a:extLst>
          </p:cNvPr>
          <p:cNvSpPr txBox="1"/>
          <p:nvPr/>
        </p:nvSpPr>
        <p:spPr>
          <a:xfrm>
            <a:off x="847287" y="1510018"/>
            <a:ext cx="2518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2. Inicializar el repositorio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CB0A92-CD36-C405-7119-29A7E591BF50}"/>
              </a:ext>
            </a:extLst>
          </p:cNvPr>
          <p:cNvSpPr txBox="1"/>
          <p:nvPr/>
        </p:nvSpPr>
        <p:spPr>
          <a:xfrm>
            <a:off x="847286" y="2172964"/>
            <a:ext cx="2518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1. Inicializar el repositorio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925ACA2-6F6F-0F08-FAE4-99C0DE9386BF}"/>
              </a:ext>
            </a:extLst>
          </p:cNvPr>
          <p:cNvSpPr txBox="1"/>
          <p:nvPr/>
        </p:nvSpPr>
        <p:spPr>
          <a:xfrm>
            <a:off x="847285" y="2785360"/>
            <a:ext cx="2518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1. Inicializar el repositorio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4954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5216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36</Words>
  <Application>Microsoft Office PowerPoint</Application>
  <PresentationFormat>Panorámica</PresentationFormat>
  <Paragraphs>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Garamond</vt:lpstr>
      <vt:lpstr>Times New Roman</vt:lpstr>
      <vt:lpstr>Orgánico</vt:lpstr>
      <vt:lpstr>Explicación de Clase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Explicación de Clase</dc:title>
  <dc:creator>Andres Espinosa</dc:creator>
  <cp:lastModifiedBy>Andres Espinosa</cp:lastModifiedBy>
  <cp:revision>1</cp:revision>
  <dcterms:created xsi:type="dcterms:W3CDTF">2025-02-24T18:21:33Z</dcterms:created>
  <dcterms:modified xsi:type="dcterms:W3CDTF">2025-02-24T18:25:06Z</dcterms:modified>
</cp:coreProperties>
</file>